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82" r:id="rId3"/>
    <p:sldMasterId id="2147483708" r:id="rId4"/>
  </p:sldMasterIdLst>
  <p:sldIdLst>
    <p:sldId id="256" r:id="rId5"/>
  </p:sldIdLst>
  <p:sldSz cx="9144000" cy="5143500" type="screen16x9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728E1-67B6-3357-F06F-48B099D60E75}" v="1" dt="2026-04-20T03:13:02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5"/>
    <p:restoredTop sz="94664"/>
  </p:normalViewPr>
  <p:slideViewPr>
    <p:cSldViewPr snapToGrid="0">
      <p:cViewPr varScale="1">
        <p:scale>
          <a:sx n="123" d="100"/>
          <a:sy n="123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, Kyle" userId="S::kkam9@gatech.edu::2eb1e792-fcda-4a4e-8592-a4c900cfe7dc" providerId="AD" clId="Web-{3535AB29-854E-660E-1633-884CCAD5ED06}"/>
    <pc:docChg chg="modSld">
      <pc:chgData name="Kam, Kyle" userId="S::kkam9@gatech.edu::2eb1e792-fcda-4a4e-8592-a4c900cfe7dc" providerId="AD" clId="Web-{3535AB29-854E-660E-1633-884CCAD5ED06}" dt="2026-04-01T23:10:42.313" v="0" actId="20577"/>
      <pc:docMkLst>
        <pc:docMk/>
      </pc:docMkLst>
      <pc:sldChg chg="modSp">
        <pc:chgData name="Kam, Kyle" userId="S::kkam9@gatech.edu::2eb1e792-fcda-4a4e-8592-a4c900cfe7dc" providerId="AD" clId="Web-{3535AB29-854E-660E-1633-884CCAD5ED06}" dt="2026-04-01T23:10:42.313" v="0" actId="20577"/>
        <pc:sldMkLst>
          <pc:docMk/>
          <pc:sldMk cId="0" sldId="256"/>
        </pc:sldMkLst>
        <pc:spChg chg="mod">
          <ac:chgData name="Kam, Kyle" userId="S::kkam9@gatech.edu::2eb1e792-fcda-4a4e-8592-a4c900cfe7dc" providerId="AD" clId="Web-{3535AB29-854E-660E-1633-884CCAD5ED06}" dt="2026-04-01T23:10:42.313" v="0" actId="20577"/>
          <ac:spMkLst>
            <pc:docMk/>
            <pc:sldMk cId="0" sldId="256"/>
            <ac:spMk id="223" creationId="{00000000-0000-0000-0000-000000000000}"/>
          </ac:spMkLst>
        </pc:spChg>
      </pc:sldChg>
    </pc:docChg>
  </pc:docChgLst>
  <pc:docChgLst>
    <pc:chgData name="Kam, Kyle" userId="S::kkam9@gatech.edu::2eb1e792-fcda-4a4e-8592-a4c900cfe7dc" providerId="AD" clId="Web-{A62728E1-67B6-3357-F06F-48B099D60E75}"/>
    <pc:docChg chg="modSld">
      <pc:chgData name="Kam, Kyle" userId="S::kkam9@gatech.edu::2eb1e792-fcda-4a4e-8592-a4c900cfe7dc" providerId="AD" clId="Web-{A62728E1-67B6-3357-F06F-48B099D60E75}" dt="2026-04-20T03:13:02.277" v="0" actId="20577"/>
      <pc:docMkLst>
        <pc:docMk/>
      </pc:docMkLst>
      <pc:sldChg chg="modSp">
        <pc:chgData name="Kam, Kyle" userId="S::kkam9@gatech.edu::2eb1e792-fcda-4a4e-8592-a4c900cfe7dc" providerId="AD" clId="Web-{A62728E1-67B6-3357-F06F-48B099D60E75}" dt="2026-04-20T03:13:02.277" v="0" actId="20577"/>
        <pc:sldMkLst>
          <pc:docMk/>
          <pc:sldMk cId="0" sldId="256"/>
        </pc:sldMkLst>
        <pc:spChg chg="mod">
          <ac:chgData name="Kam, Kyle" userId="S::kkam9@gatech.edu::2eb1e792-fcda-4a4e-8592-a4c900cfe7dc" providerId="AD" clId="Web-{A62728E1-67B6-3357-F06F-48B099D60E75}" dt="2026-04-20T03:13:02.277" v="0" actId="20577"/>
          <ac:spMkLst>
            <pc:docMk/>
            <pc:sldMk cId="0" sldId="256"/>
            <ac:spMk id="22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404E858-B3C5-4616-ABDA-6A79FCF6709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A182BF-26F4-4300-8A55-11F611EF6C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99911A7-E34A-437E-A454-F7A42AA53BC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1311480" y="1152360"/>
            <a:ext cx="9518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D5AD5599-C8FC-4204-88BB-9ACA2F51BC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48BFFC-DEF9-46F6-B4F7-9D042BD613F6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A78FF9-B49B-4B95-916B-FC1271EBBA6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8" name="PlaceHolder 3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1CA078-D600-4F30-B387-C42629A9118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236124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1111" lnSpcReduction="20000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88" name="PlaceHolder 4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A9E6B6-3446-4F9C-AF8A-D516C9E69B99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5200" b="0" strike="noStrike" spc="-1">
                <a:solidFill>
                  <a:srgbClr val="000000"/>
                </a:solidFill>
                <a:latin typeface="Arial"/>
                <a:ea typeface="Arial"/>
              </a:rPr>
              <a:t>CS </a:t>
            </a:r>
            <a:r>
              <a:rPr lang="en" sz="5200" spc="-1">
                <a:solidFill>
                  <a:srgbClr val="000000"/>
                </a:solidFill>
                <a:latin typeface="Arial"/>
                <a:ea typeface="Arial"/>
              </a:rPr>
              <a:t>4476</a:t>
            </a:r>
            <a:r>
              <a:rPr lang="en" sz="5200" b="0" strike="noStrike" spc="-1">
                <a:solidFill>
                  <a:srgbClr val="000000"/>
                </a:solidFill>
                <a:latin typeface="Arial"/>
                <a:ea typeface="Arial"/>
              </a:rPr>
              <a:t> Project </a:t>
            </a:r>
            <a:r>
              <a:rPr lang="en" sz="5200" spc="-1">
                <a:solidFill>
                  <a:srgbClr val="000000"/>
                </a:solidFill>
                <a:latin typeface="Arial"/>
                <a:ea typeface="Arial"/>
              </a:rPr>
              <a:t>6</a:t>
            </a:r>
            <a:br>
              <a:rPr lang="en" sz="5200" spc="-1" dirty="0">
                <a:solidFill>
                  <a:srgbClr val="000000"/>
                </a:solidFill>
                <a:latin typeface="Arial"/>
                <a:ea typeface="Arial"/>
              </a:rPr>
            </a:br>
            <a:r>
              <a:rPr lang="en" sz="5200" spc="-1">
                <a:solidFill>
                  <a:schemeClr val="dk1"/>
                </a:solidFill>
                <a:latin typeface="Arial"/>
              </a:rPr>
              <a:t>Bells &amp; Whistles</a:t>
            </a:r>
            <a:endParaRPr lang="en-US" sz="5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[name]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email]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username]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[GT ID]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718</Words>
  <Application>Microsoft Office PowerPoint</Application>
  <PresentationFormat>On-screen Show (16:9)</PresentationFormat>
  <Paragraphs>79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Office Theme</vt:lpstr>
      <vt:lpstr>Office Theme</vt:lpstr>
      <vt:lpstr>Office Theme</vt:lpstr>
      <vt:lpstr>Office Theme</vt:lpstr>
      <vt:lpstr>CS 4476 Project 6 Bells &amp; Whistles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6476 Project 6</dc:title>
  <dc:subject/>
  <dc:creator/>
  <dc:description/>
  <cp:lastModifiedBy>Daniel Atlas</cp:lastModifiedBy>
  <cp:revision>110</cp:revision>
  <dcterms:modified xsi:type="dcterms:W3CDTF">2026-04-20T03:13:18Z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