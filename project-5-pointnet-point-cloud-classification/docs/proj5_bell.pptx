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  <p:sldMasterId id="2147483682" r:id="rId3"/>
    <p:sldMasterId id="2147483708" r:id="rId4"/>
  </p:sldMasterIdLst>
  <p:sldIdLst>
    <p:sldId id="256" r:id="rId5"/>
  </p:sldIdLst>
  <p:sldSz cx="9144000" cy="5143500" type="screen16x9"/>
  <p:notesSz cx="7772400" cy="10058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35AB29-854E-660E-1633-884CCAD5ED06}" v="1" dt="2026-04-01T23:10:42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5"/>
    <p:restoredTop sz="94664"/>
  </p:normalViewPr>
  <p:slideViewPr>
    <p:cSldViewPr snapToGrid="0">
      <p:cViewPr varScale="1">
        <p:scale>
          <a:sx n="123" d="100"/>
          <a:sy n="123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404E858-B3C5-4616-ABDA-6A79FCF6709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CA182BF-26F4-4300-8A55-11F611EF6CE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99911A7-E34A-437E-A454-F7A42AA53BC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fld id="{D5AD5599-C8FC-4204-88BB-9ACA2F51BC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48BFFC-DEF9-46F6-B4F7-9D042BD613F6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A78FF9-B49B-4B95-916B-FC1271EBBA67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08" name="PlaceHolder 3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1CA078-D600-4F30-B387-C42629A9118A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8" name="PlaceHolder 4"/>
          <p:cNvSpPr>
            <a:spLocks noGrp="1"/>
          </p:cNvSpPr>
          <p:nvPr>
            <p:ph type="sldNum" idx="3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A9E6B6-3446-4F9C-AF8A-D516C9E69B99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5200" b="0" strike="noStrike" spc="-1">
                <a:solidFill>
                  <a:srgbClr val="000000"/>
                </a:solidFill>
                <a:latin typeface="Arial"/>
                <a:ea typeface="Arial"/>
              </a:rPr>
              <a:t>CS </a:t>
            </a:r>
            <a:r>
              <a:rPr lang="en" sz="5200" spc="-1">
                <a:solidFill>
                  <a:srgbClr val="000000"/>
                </a:solidFill>
                <a:latin typeface="Arial"/>
                <a:ea typeface="Arial"/>
              </a:rPr>
              <a:t>4476</a:t>
            </a:r>
            <a:r>
              <a:rPr lang="en" sz="5200" b="0" strike="noStrike" spc="-1">
                <a:solidFill>
                  <a:srgbClr val="000000"/>
                </a:solidFill>
                <a:latin typeface="Arial"/>
                <a:ea typeface="Arial"/>
              </a:rPr>
              <a:t> Project </a:t>
            </a:r>
            <a:r>
              <a:rPr lang="en" sz="5200" spc="-1">
                <a:solidFill>
                  <a:srgbClr val="000000"/>
                </a:solidFill>
                <a:latin typeface="Arial"/>
                <a:ea typeface="Arial"/>
              </a:rPr>
              <a:t>5</a:t>
            </a:r>
            <a:br>
              <a:rPr lang="en" sz="5200" spc="-1" dirty="0">
                <a:solidFill>
                  <a:srgbClr val="000000"/>
                </a:solidFill>
                <a:latin typeface="Arial"/>
                <a:ea typeface="Arial"/>
              </a:rPr>
            </a:br>
            <a:r>
              <a:rPr lang="en" sz="5200" spc="-1">
                <a:solidFill>
                  <a:schemeClr val="dk1"/>
                </a:solidFill>
                <a:latin typeface="Arial"/>
              </a:rPr>
              <a:t>Bells &amp; Whistles</a:t>
            </a:r>
            <a:endParaRPr lang="en-US" sz="5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[name]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[GT email]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[GT username]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[GT ID]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718</Words>
  <Application>Microsoft Office PowerPoint</Application>
  <PresentationFormat>On-screen Show (16:9)</PresentationFormat>
  <Paragraphs>79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Office Theme</vt:lpstr>
      <vt:lpstr>Office Theme</vt:lpstr>
      <vt:lpstr>Office Theme</vt:lpstr>
      <vt:lpstr>Office Theme</vt:lpstr>
      <vt:lpstr>CS 4476 Project 5 Bells &amp; Whistles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6476 Project 6</dc:title>
  <dc:subject/>
  <dc:creator/>
  <dc:description/>
  <cp:lastModifiedBy>Daniel Atlas</cp:lastModifiedBy>
  <cp:revision>109</cp:revision>
  <dcterms:modified xsi:type="dcterms:W3CDTF">2026-04-01T23:22:44Z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